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3.xml.rels" ContentType="application/vnd.openxmlformats-package.relationships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FF5751-7DE9-4478-883B-BA60C351ED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31B9DF-28BF-4D35-9EA9-840EF2E4FF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F8343B-BB9E-4BA5-9308-48336CB70A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A164A4-380E-4ACF-B14F-5B3842076A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CA0954-3E5C-4D20-8FE2-FB734ACFDBA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18CC61-0DCD-43A5-A90D-6829CB0773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3793CB-1572-48A2-AEAE-1C03B7A6045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17ACEB-39A6-405A-B9A3-676C432D9F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BD6190-BF2F-45A6-A290-8369A8977C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519D8F-A573-4525-9C5F-4A52196158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9CEF22-A707-4AB8-AE85-B8C634B0FA1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Instagram Post Downloader Using Python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560" y="18288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automation project for downloading Instagram posts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Built using Python and Instaloader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Designed for learning and real world usage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Project Objective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Download all posts from a public Instagram profile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Automatically create folders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Store images and videos locally in an organized way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Technologies Used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Python Programming Language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Instaloader Library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Pathlib for file system handling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Script Workflow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enters Instagram username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Folder is created automatically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Profile data is fetched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 posts are downloaded sequentially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1 Import Required Libraries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instaloader for Instagram content access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pathlib for handling directories safely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2 Accept User Input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is prompted to enter Instagram username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Input is reused throughout the script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3 Create Download Directory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Folder created inside Downloads directory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Folder name matches Instagram username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Prevents manual file handling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4 Initialize Instaloader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Instaloader object created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Video downloads enabled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Supports images and videos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5 Fetch Profile Information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Fetch Instagram profile using username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Check post count and privacy status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6 Download Instagram Posts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Iterate through all posts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Download images and videos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Save content into target directory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Output Generated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Downloaded images and videos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Metadata files for each post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Structured local storage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Applications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Content backup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Social media analysis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Python automation learning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Portfolio project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Clean and efficient automation solution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Beginner friendly Python project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Easily extendable for advanced use cases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LibreOffice/25.8.2.2$MacOSX_AARCH64 LibreOffice_project/d401f2107ccab8f924a8e2df40f573aab7605b6f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2025-12-30T17:34:48Z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